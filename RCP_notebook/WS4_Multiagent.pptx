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85" r:id="rId5"/>
    <p:sldId id="330" r:id="rId6"/>
    <p:sldId id="347" r:id="rId7"/>
    <p:sldId id="338" r:id="rId8"/>
    <p:sldId id="346" r:id="rId9"/>
    <p:sldId id="339" r:id="rId10"/>
    <p:sldId id="340" r:id="rId11"/>
    <p:sldId id="341" r:id="rId12"/>
    <p:sldId id="342" r:id="rId13"/>
    <p:sldId id="343" r:id="rId14"/>
    <p:sldId id="344" r:id="rId15"/>
    <p:sldId id="345" r:id="rId16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0BC1E9-2993-4B79-BDF7-735379775A6B}" v="15" dt="2025-08-20T09:24:20.909"/>
    <p1510:client id="{B66553F7-6347-93DE-AD11-1234744B71BC}" v="17" dt="2025-08-21T11:47:31.7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hdi Tarkian" userId="f469304e-63f3-48f7-b819-df1579befca8" providerId="ADAL" clId="{8D58E401-83E6-4527-8534-B8E827785A40}"/>
    <pc:docChg chg="custSel addSld modSld">
      <pc:chgData name="Mehdi Tarkian" userId="f469304e-63f3-48f7-b819-df1579befca8" providerId="ADAL" clId="{8D58E401-83E6-4527-8534-B8E827785A40}" dt="2025-06-13T08:05:43.806" v="7" actId="729"/>
      <pc:docMkLst>
        <pc:docMk/>
      </pc:docMkLst>
      <pc:sldChg chg="addSp delSp modSp new mod modShow">
        <pc:chgData name="Mehdi Tarkian" userId="f469304e-63f3-48f7-b819-df1579befca8" providerId="ADAL" clId="{8D58E401-83E6-4527-8534-B8E827785A40}" dt="2025-06-13T08:05:43.806" v="7" actId="729"/>
        <pc:sldMkLst>
          <pc:docMk/>
          <pc:sldMk cId="3326408388" sldId="346"/>
        </pc:sldMkLst>
      </pc:sldChg>
    </pc:docChg>
  </pc:docChgLst>
  <pc:docChgLst>
    <pc:chgData name="Aref Aghaee Hakkak" userId="S::areag806@student.liu.se::105d1cc6-d1d7-42e5-bd12-3b768e777b42" providerId="AD" clId="Web-{B66553F7-6347-93DE-AD11-1234744B71BC}"/>
    <pc:docChg chg="modSld">
      <pc:chgData name="Aref Aghaee Hakkak" userId="S::areag806@student.liu.se::105d1cc6-d1d7-42e5-bd12-3b768e777b42" providerId="AD" clId="Web-{B66553F7-6347-93DE-AD11-1234744B71BC}" dt="2025-08-21T11:47:31.161" v="12"/>
      <pc:docMkLst>
        <pc:docMk/>
      </pc:docMkLst>
      <pc:sldChg chg="addSp delSp modSp">
        <pc:chgData name="Aref Aghaee Hakkak" userId="S::areag806@student.liu.se::105d1cc6-d1d7-42e5-bd12-3b768e777b42" providerId="AD" clId="Web-{B66553F7-6347-93DE-AD11-1234744B71BC}" dt="2025-08-21T11:47:31.161" v="12"/>
        <pc:sldMkLst>
          <pc:docMk/>
          <pc:sldMk cId="710853148" sldId="347"/>
        </pc:sldMkLst>
        <pc:spChg chg="add del mod">
          <ac:chgData name="Aref Aghaee Hakkak" userId="S::areag806@student.liu.se::105d1cc6-d1d7-42e5-bd12-3b768e777b42" providerId="AD" clId="Web-{B66553F7-6347-93DE-AD11-1234744B71BC}" dt="2025-08-21T11:47:30.567" v="11" actId="20577"/>
          <ac:spMkLst>
            <pc:docMk/>
            <pc:sldMk cId="710853148" sldId="347"/>
            <ac:spMk id="27" creationId="{354969D1-7885-0180-6FF4-D2712902DA2A}"/>
          </ac:spMkLst>
        </pc:spChg>
        <pc:picChg chg="add del">
          <ac:chgData name="Aref Aghaee Hakkak" userId="S::areag806@student.liu.se::105d1cc6-d1d7-42e5-bd12-3b768e777b42" providerId="AD" clId="Web-{B66553F7-6347-93DE-AD11-1234744B71BC}" dt="2025-08-21T11:47:31.161" v="12"/>
          <ac:picMkLst>
            <pc:docMk/>
            <pc:sldMk cId="710853148" sldId="347"/>
            <ac:picMk id="24" creationId="{23891F26-83E9-3A62-026A-4BEDC2C32687}"/>
          </ac:picMkLst>
        </pc:picChg>
      </pc:sldChg>
    </pc:docChg>
  </pc:docChgLst>
  <pc:docChgLst>
    <pc:chgData name="Mehdi Tarkian" userId="f469304e-63f3-48f7-b819-df1579befca8" providerId="ADAL" clId="{980BC1E9-2993-4B79-BDF7-735379775A6B}"/>
    <pc:docChg chg="custSel addSld modSld">
      <pc:chgData name="Mehdi Tarkian" userId="f469304e-63f3-48f7-b819-df1579befca8" providerId="ADAL" clId="{980BC1E9-2993-4B79-BDF7-735379775A6B}" dt="2025-08-20T09:24:25.450" v="309" actId="14100"/>
      <pc:docMkLst>
        <pc:docMk/>
      </pc:docMkLst>
      <pc:sldChg chg="addSp delSp modSp new mod">
        <pc:chgData name="Mehdi Tarkian" userId="f469304e-63f3-48f7-b819-df1579befca8" providerId="ADAL" clId="{980BC1E9-2993-4B79-BDF7-735379775A6B}" dt="2025-08-20T09:24:25.450" v="309" actId="14100"/>
        <pc:sldMkLst>
          <pc:docMk/>
          <pc:sldMk cId="710853148" sldId="347"/>
        </pc:sldMkLst>
        <pc:spChg chg="del">
          <ac:chgData name="Mehdi Tarkian" userId="f469304e-63f3-48f7-b819-df1579befca8" providerId="ADAL" clId="{980BC1E9-2993-4B79-BDF7-735379775A6B}" dt="2025-08-20T07:07:54.657" v="1" actId="478"/>
          <ac:spMkLst>
            <pc:docMk/>
            <pc:sldMk cId="710853148" sldId="347"/>
            <ac:spMk id="2" creationId="{1A57CB9E-7D3E-6B74-6DF3-7639C202778D}"/>
          </ac:spMkLst>
        </pc:spChg>
        <pc:spChg chg="del">
          <ac:chgData name="Mehdi Tarkian" userId="f469304e-63f3-48f7-b819-df1579befca8" providerId="ADAL" clId="{980BC1E9-2993-4B79-BDF7-735379775A6B}" dt="2025-08-20T07:07:54.657" v="1" actId="478"/>
          <ac:spMkLst>
            <pc:docMk/>
            <pc:sldMk cId="710853148" sldId="347"/>
            <ac:spMk id="3" creationId="{30B120D6-945C-0F07-AA1F-3508CF801C56}"/>
          </ac:spMkLst>
        </pc:spChg>
        <pc:spChg chg="add mod">
          <ac:chgData name="Mehdi Tarkian" userId="f469304e-63f3-48f7-b819-df1579befca8" providerId="ADAL" clId="{980BC1E9-2993-4B79-BDF7-735379775A6B}" dt="2025-08-20T07:15:44.280" v="280" actId="1076"/>
          <ac:spMkLst>
            <pc:docMk/>
            <pc:sldMk cId="710853148" sldId="347"/>
            <ac:spMk id="5" creationId="{490F5262-735F-20B5-2108-302461CA1CD4}"/>
          </ac:spMkLst>
        </pc:spChg>
        <pc:spChg chg="add mod">
          <ac:chgData name="Mehdi Tarkian" userId="f469304e-63f3-48f7-b819-df1579befca8" providerId="ADAL" clId="{980BC1E9-2993-4B79-BDF7-735379775A6B}" dt="2025-08-20T07:15:52.400" v="284" actId="1076"/>
          <ac:spMkLst>
            <pc:docMk/>
            <pc:sldMk cId="710853148" sldId="347"/>
            <ac:spMk id="6" creationId="{AA20F183-4943-DBC7-7C38-78D8C63AC8ED}"/>
          </ac:spMkLst>
        </pc:spChg>
        <pc:spChg chg="add mod">
          <ac:chgData name="Mehdi Tarkian" userId="f469304e-63f3-48f7-b819-df1579befca8" providerId="ADAL" clId="{980BC1E9-2993-4B79-BDF7-735379775A6B}" dt="2025-08-20T07:15:35.328" v="274" actId="1076"/>
          <ac:spMkLst>
            <pc:docMk/>
            <pc:sldMk cId="710853148" sldId="347"/>
            <ac:spMk id="7" creationId="{4D3FA294-1861-EFF8-34BC-38F16982FB86}"/>
          </ac:spMkLst>
        </pc:spChg>
        <pc:spChg chg="add mod">
          <ac:chgData name="Mehdi Tarkian" userId="f469304e-63f3-48f7-b819-df1579befca8" providerId="ADAL" clId="{980BC1E9-2993-4B79-BDF7-735379775A6B}" dt="2025-08-20T07:15:30.495" v="270" actId="1076"/>
          <ac:spMkLst>
            <pc:docMk/>
            <pc:sldMk cId="710853148" sldId="347"/>
            <ac:spMk id="8" creationId="{DC03BE91-655F-AC5D-C5DA-FFDE76175104}"/>
          </ac:spMkLst>
        </pc:spChg>
        <pc:spChg chg="add del mod">
          <ac:chgData name="Mehdi Tarkian" userId="f469304e-63f3-48f7-b819-df1579befca8" providerId="ADAL" clId="{980BC1E9-2993-4B79-BDF7-735379775A6B}" dt="2025-08-20T07:09:55.064" v="96" actId="478"/>
          <ac:spMkLst>
            <pc:docMk/>
            <pc:sldMk cId="710853148" sldId="347"/>
            <ac:spMk id="9" creationId="{BE3D8FB4-C7EF-DDFA-D74D-09E93E0B8FB9}"/>
          </ac:spMkLst>
        </pc:spChg>
        <pc:spChg chg="add mod">
          <ac:chgData name="Mehdi Tarkian" userId="f469304e-63f3-48f7-b819-df1579befca8" providerId="ADAL" clId="{980BC1E9-2993-4B79-BDF7-735379775A6B}" dt="2025-08-20T07:15:30.495" v="270" actId="1076"/>
          <ac:spMkLst>
            <pc:docMk/>
            <pc:sldMk cId="710853148" sldId="347"/>
            <ac:spMk id="10" creationId="{52F4293B-1665-BB85-4AC5-D0BDB4C9F5C0}"/>
          </ac:spMkLst>
        </pc:spChg>
        <pc:spChg chg="add del mod">
          <ac:chgData name="Mehdi Tarkian" userId="f469304e-63f3-48f7-b819-df1579befca8" providerId="ADAL" clId="{980BC1E9-2993-4B79-BDF7-735379775A6B}" dt="2025-08-20T07:10:26.864" v="131" actId="478"/>
          <ac:spMkLst>
            <pc:docMk/>
            <pc:sldMk cId="710853148" sldId="347"/>
            <ac:spMk id="11" creationId="{E220E898-0C6B-B699-2180-EF8D7993369E}"/>
          </ac:spMkLst>
        </pc:spChg>
        <pc:spChg chg="add mod">
          <ac:chgData name="Mehdi Tarkian" userId="f469304e-63f3-48f7-b819-df1579befca8" providerId="ADAL" clId="{980BC1E9-2993-4B79-BDF7-735379775A6B}" dt="2025-08-20T07:15:30.495" v="270" actId="1076"/>
          <ac:spMkLst>
            <pc:docMk/>
            <pc:sldMk cId="710853148" sldId="347"/>
            <ac:spMk id="12" creationId="{4B70CC0E-6CD3-F67E-F7FB-E0A23A4EFCA4}"/>
          </ac:spMkLst>
        </pc:spChg>
        <pc:spChg chg="add del mod">
          <ac:chgData name="Mehdi Tarkian" userId="f469304e-63f3-48f7-b819-df1579befca8" providerId="ADAL" clId="{980BC1E9-2993-4B79-BDF7-735379775A6B}" dt="2025-08-20T07:15:32.223" v="272" actId="478"/>
          <ac:spMkLst>
            <pc:docMk/>
            <pc:sldMk cId="710853148" sldId="347"/>
            <ac:spMk id="13" creationId="{DD9E5828-FABB-4F1F-E5F8-761DFFFADFFD}"/>
          </ac:spMkLst>
        </pc:spChg>
        <pc:spChg chg="add del mod">
          <ac:chgData name="Mehdi Tarkian" userId="f469304e-63f3-48f7-b819-df1579befca8" providerId="ADAL" clId="{980BC1E9-2993-4B79-BDF7-735379775A6B}" dt="2025-08-20T07:15:37.303" v="276" actId="478"/>
          <ac:spMkLst>
            <pc:docMk/>
            <pc:sldMk cId="710853148" sldId="347"/>
            <ac:spMk id="14" creationId="{52FCBCA8-44AC-B739-51D0-6A569EC6EB1D}"/>
          </ac:spMkLst>
        </pc:spChg>
        <pc:spChg chg="add del mod">
          <ac:chgData name="Mehdi Tarkian" userId="f469304e-63f3-48f7-b819-df1579befca8" providerId="ADAL" clId="{980BC1E9-2993-4B79-BDF7-735379775A6B}" dt="2025-08-20T07:15:36.775" v="275" actId="478"/>
          <ac:spMkLst>
            <pc:docMk/>
            <pc:sldMk cId="710853148" sldId="347"/>
            <ac:spMk id="15" creationId="{4E2BAED1-85FF-DB4A-D9AA-F5F2E16DACEF}"/>
          </ac:spMkLst>
        </pc:spChg>
        <pc:spChg chg="add mod">
          <ac:chgData name="Mehdi Tarkian" userId="f469304e-63f3-48f7-b819-df1579befca8" providerId="ADAL" clId="{980BC1E9-2993-4B79-BDF7-735379775A6B}" dt="2025-08-20T07:15:38.671" v="277" actId="1076"/>
          <ac:spMkLst>
            <pc:docMk/>
            <pc:sldMk cId="710853148" sldId="347"/>
            <ac:spMk id="16" creationId="{DBC6F560-5F89-DF3A-9123-2A1A533921DC}"/>
          </ac:spMkLst>
        </pc:spChg>
        <pc:spChg chg="add mod">
          <ac:chgData name="Mehdi Tarkian" userId="f469304e-63f3-48f7-b819-df1579befca8" providerId="ADAL" clId="{980BC1E9-2993-4B79-BDF7-735379775A6B}" dt="2025-08-20T07:15:30.495" v="270" actId="1076"/>
          <ac:spMkLst>
            <pc:docMk/>
            <pc:sldMk cId="710853148" sldId="347"/>
            <ac:spMk id="17" creationId="{91A11E88-DC4B-03A2-FD01-05EE53C3DF04}"/>
          </ac:spMkLst>
        </pc:spChg>
        <pc:spChg chg="add mod">
          <ac:chgData name="Mehdi Tarkian" userId="f469304e-63f3-48f7-b819-df1579befca8" providerId="ADAL" clId="{980BC1E9-2993-4B79-BDF7-735379775A6B}" dt="2025-08-20T07:15:30.495" v="270" actId="1076"/>
          <ac:spMkLst>
            <pc:docMk/>
            <pc:sldMk cId="710853148" sldId="347"/>
            <ac:spMk id="20" creationId="{E486F94B-4FFD-D19F-D8E2-BD1BDFE8DAA6}"/>
          </ac:spMkLst>
        </pc:spChg>
        <pc:spChg chg="add mod">
          <ac:chgData name="Mehdi Tarkian" userId="f469304e-63f3-48f7-b819-df1579befca8" providerId="ADAL" clId="{980BC1E9-2993-4B79-BDF7-735379775A6B}" dt="2025-08-20T07:15:42.600" v="279" actId="1076"/>
          <ac:spMkLst>
            <pc:docMk/>
            <pc:sldMk cId="710853148" sldId="347"/>
            <ac:spMk id="25" creationId="{9AB2F675-DE9F-59A3-5C8B-24FB3F99BDA3}"/>
          </ac:spMkLst>
        </pc:spChg>
        <pc:spChg chg="add mod">
          <ac:chgData name="Mehdi Tarkian" userId="f469304e-63f3-48f7-b819-df1579befca8" providerId="ADAL" clId="{980BC1E9-2993-4B79-BDF7-735379775A6B}" dt="2025-08-20T07:15:50.704" v="283" actId="1076"/>
          <ac:spMkLst>
            <pc:docMk/>
            <pc:sldMk cId="710853148" sldId="347"/>
            <ac:spMk id="26" creationId="{515C9953-9428-CD47-5835-D7F2AF452933}"/>
          </ac:spMkLst>
        </pc:spChg>
        <pc:spChg chg="add mod">
          <ac:chgData name="Mehdi Tarkian" userId="f469304e-63f3-48f7-b819-df1579befca8" providerId="ADAL" clId="{980BC1E9-2993-4B79-BDF7-735379775A6B}" dt="2025-08-20T07:16:41.272" v="306" actId="17032"/>
          <ac:spMkLst>
            <pc:docMk/>
            <pc:sldMk cId="710853148" sldId="347"/>
            <ac:spMk id="27" creationId="{354969D1-7885-0180-6FF4-D2712902DA2A}"/>
          </ac:spMkLst>
        </pc:spChg>
        <pc:picChg chg="add del mod">
          <ac:chgData name="Mehdi Tarkian" userId="f469304e-63f3-48f7-b819-df1579befca8" providerId="ADAL" clId="{980BC1E9-2993-4B79-BDF7-735379775A6B}" dt="2025-08-20T07:14:23.647" v="254" actId="478"/>
          <ac:picMkLst>
            <pc:docMk/>
            <pc:sldMk cId="710853148" sldId="347"/>
            <ac:picMk id="4" creationId="{B2AD7271-BB0A-4E3A-B492-0AD9A76C7AB7}"/>
          </ac:picMkLst>
        </pc:picChg>
        <pc:picChg chg="add mod ord">
          <ac:chgData name="Mehdi Tarkian" userId="f469304e-63f3-48f7-b819-df1579befca8" providerId="ADAL" clId="{980BC1E9-2993-4B79-BDF7-735379775A6B}" dt="2025-08-20T07:15:10.121" v="266" actId="167"/>
          <ac:picMkLst>
            <pc:docMk/>
            <pc:sldMk cId="710853148" sldId="347"/>
            <ac:picMk id="24" creationId="{23891F26-83E9-3A62-026A-4BEDC2C32687}"/>
          </ac:picMkLst>
        </pc:picChg>
        <pc:cxnChg chg="add mod">
          <ac:chgData name="Mehdi Tarkian" userId="f469304e-63f3-48f7-b819-df1579befca8" providerId="ADAL" clId="{980BC1E9-2993-4B79-BDF7-735379775A6B}" dt="2025-08-20T07:15:30.495" v="270" actId="1076"/>
          <ac:cxnSpMkLst>
            <pc:docMk/>
            <pc:sldMk cId="710853148" sldId="347"/>
            <ac:cxnSpMk id="19" creationId="{0482CCF3-8ECA-A383-7163-1A0F0A2ADCA4}"/>
          </ac:cxnSpMkLst>
        </pc:cxnChg>
        <pc:cxnChg chg="add mod">
          <ac:chgData name="Mehdi Tarkian" userId="f469304e-63f3-48f7-b819-df1579befca8" providerId="ADAL" clId="{980BC1E9-2993-4B79-BDF7-735379775A6B}" dt="2025-08-20T07:15:30.495" v="270" actId="1076"/>
          <ac:cxnSpMkLst>
            <pc:docMk/>
            <pc:sldMk cId="710853148" sldId="347"/>
            <ac:cxnSpMk id="21" creationId="{3D3F035C-CEAD-71F7-A445-B539F8B375EF}"/>
          </ac:cxnSpMkLst>
        </pc:cxnChg>
        <pc:cxnChg chg="add mod">
          <ac:chgData name="Mehdi Tarkian" userId="f469304e-63f3-48f7-b819-df1579befca8" providerId="ADAL" clId="{980BC1E9-2993-4B79-BDF7-735379775A6B}" dt="2025-08-20T09:24:25.450" v="309" actId="14100"/>
          <ac:cxnSpMkLst>
            <pc:docMk/>
            <pc:sldMk cId="710853148" sldId="347"/>
            <ac:cxnSpMk id="28" creationId="{3953B168-7DA6-7356-B44E-708511006FE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581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29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90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8/21/2025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6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8/21/2025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168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8/21/2025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44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1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612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473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3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588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5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2035-437B-CCC0-054C-9C221D45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Slutsats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8E9EC-23A7-449A-E894-E86701C04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7545014" cy="3760891"/>
          </a:xfrm>
        </p:spPr>
        <p:txBody>
          <a:bodyPr>
            <a:normAutofit lnSpcReduction="10000"/>
          </a:bodyPr>
          <a:lstStyle/>
          <a:p>
            <a:r>
              <a:rPr lang="sv-SE"/>
              <a:t>Ny hypotes håller (än så länge </a:t>
            </a:r>
            <a:r>
              <a:rPr lang="sv-SE">
                <a:sym typeface="Wingdings" panose="05000000000000000000" pitchFamily="2" charset="2"/>
              </a:rPr>
              <a:t></a:t>
            </a:r>
            <a:r>
              <a:rPr lang="sv-SE"/>
              <a:t>)</a:t>
            </a:r>
          </a:p>
          <a:p>
            <a:r>
              <a:rPr lang="sv-SE"/>
              <a:t>Risk framöver är att agentramverket sväller</a:t>
            </a:r>
          </a:p>
          <a:p>
            <a:r>
              <a:rPr lang="sv-SE"/>
              <a:t>Vill ta fram en mer generisk ramverk där roller inte är direkt definierade i ramverket:</a:t>
            </a:r>
          </a:p>
          <a:p>
            <a:pPr lvl="1"/>
            <a:r>
              <a:rPr lang="sv-SE"/>
              <a:t>Filtreringsagent</a:t>
            </a:r>
          </a:p>
          <a:p>
            <a:pPr lvl="1"/>
            <a:r>
              <a:rPr lang="sv-SE"/>
              <a:t>Testagent</a:t>
            </a:r>
          </a:p>
          <a:p>
            <a:pPr lvl="1"/>
            <a:r>
              <a:rPr lang="sv-SE"/>
              <a:t>Kontrollagent</a:t>
            </a:r>
          </a:p>
          <a:p>
            <a:r>
              <a:rPr lang="sv-SE"/>
              <a:t>Beroende på </a:t>
            </a:r>
            <a:r>
              <a:rPr lang="sv-SE" err="1"/>
              <a:t>case</a:t>
            </a:r>
            <a:r>
              <a:rPr lang="sv-SE"/>
              <a:t> och fråga ska olika agenter kunna aktiveras och hantera sina uppgifter på olika sätt (också beroende på </a:t>
            </a:r>
            <a:r>
              <a:rPr lang="sv-SE" err="1"/>
              <a:t>informationkälla</a:t>
            </a:r>
            <a:r>
              <a:rPr lang="sv-SE"/>
              <a:t> i iteration) så att vi kan ha ett ramverk som är generisk och hanterbart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94900-799B-B251-59F0-245714729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6295" y="1221600"/>
            <a:ext cx="2048161" cy="486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6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6C1307-A143-6834-A1CA-A7B04321D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199" y="225108"/>
            <a:ext cx="2922335" cy="605665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BDBA457-A408-1769-B0D1-E053A23C5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269" y="1112520"/>
            <a:ext cx="5348330" cy="3553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121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23891F26-83E9-3A62-026A-4BEDC2C326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657927" y="-2004340"/>
            <a:ext cx="3162789" cy="8255255"/>
          </a:xfrm>
          <a:prstGeom prst="rect">
            <a:avLst/>
          </a:prstGeom>
        </p:spPr>
      </p:pic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490F5262-735F-20B5-2108-302461CA1CD4}"/>
              </a:ext>
            </a:extLst>
          </p:cNvPr>
          <p:cNvSpPr/>
          <p:nvPr/>
        </p:nvSpPr>
        <p:spPr>
          <a:xfrm>
            <a:off x="2836679" y="3798866"/>
            <a:ext cx="1349234" cy="993702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err="1">
                <a:solidFill>
                  <a:schemeClr val="tx1"/>
                </a:solidFill>
              </a:rPr>
              <a:t>Strategy</a:t>
            </a:r>
            <a:endParaRPr lang="sv-SE">
              <a:solidFill>
                <a:schemeClr val="tx1"/>
              </a:solidFill>
            </a:endParaRPr>
          </a:p>
        </p:txBody>
      </p:sp>
      <p:sp>
        <p:nvSpPr>
          <p:cNvPr id="6" name="Flowchart: Magnetic Disk 5">
            <a:extLst>
              <a:ext uri="{FF2B5EF4-FFF2-40B4-BE49-F238E27FC236}">
                <a16:creationId xmlns:a16="http://schemas.microsoft.com/office/drawing/2014/main" id="{AA20F183-4943-DBC7-7C38-78D8C63AC8ED}"/>
              </a:ext>
            </a:extLst>
          </p:cNvPr>
          <p:cNvSpPr/>
          <p:nvPr/>
        </p:nvSpPr>
        <p:spPr>
          <a:xfrm>
            <a:off x="1060495" y="3785480"/>
            <a:ext cx="1349234" cy="993702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err="1">
                <a:solidFill>
                  <a:schemeClr val="tx1"/>
                </a:solidFill>
              </a:rPr>
              <a:t>Goal</a:t>
            </a:r>
            <a:endParaRPr lang="sv-SE">
              <a:solidFill>
                <a:schemeClr val="tx1"/>
              </a:solidFill>
            </a:endParaRPr>
          </a:p>
        </p:txBody>
      </p:sp>
      <p:sp>
        <p:nvSpPr>
          <p:cNvPr id="7" name="Flowchart: Magnetic Disk 6">
            <a:extLst>
              <a:ext uri="{FF2B5EF4-FFF2-40B4-BE49-F238E27FC236}">
                <a16:creationId xmlns:a16="http://schemas.microsoft.com/office/drawing/2014/main" id="{4D3FA294-1861-EFF8-34BC-38F16982FB86}"/>
              </a:ext>
            </a:extLst>
          </p:cNvPr>
          <p:cNvSpPr/>
          <p:nvPr/>
        </p:nvSpPr>
        <p:spPr>
          <a:xfrm>
            <a:off x="4677142" y="3785480"/>
            <a:ext cx="1349234" cy="993702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err="1">
                <a:solidFill>
                  <a:schemeClr val="tx1"/>
                </a:solidFill>
              </a:rPr>
              <a:t>Functions</a:t>
            </a:r>
            <a:endParaRPr lang="sv-SE">
              <a:solidFill>
                <a:schemeClr val="tx1"/>
              </a:solidFill>
            </a:endParaRPr>
          </a:p>
        </p:txBody>
      </p:sp>
      <p:sp>
        <p:nvSpPr>
          <p:cNvPr id="8" name="Flowchart: Magnetic Disk 7">
            <a:extLst>
              <a:ext uri="{FF2B5EF4-FFF2-40B4-BE49-F238E27FC236}">
                <a16:creationId xmlns:a16="http://schemas.microsoft.com/office/drawing/2014/main" id="{DC03BE91-655F-AC5D-C5DA-FFDE76175104}"/>
              </a:ext>
            </a:extLst>
          </p:cNvPr>
          <p:cNvSpPr/>
          <p:nvPr/>
        </p:nvSpPr>
        <p:spPr>
          <a:xfrm>
            <a:off x="7325774" y="2700421"/>
            <a:ext cx="1349234" cy="993702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err="1">
                <a:solidFill>
                  <a:schemeClr val="tx1"/>
                </a:solidFill>
              </a:rPr>
              <a:t>Harvested</a:t>
            </a:r>
            <a:r>
              <a:rPr lang="sv-SE">
                <a:solidFill>
                  <a:schemeClr val="tx1"/>
                </a:solidFill>
              </a:rPr>
              <a:t>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F4293B-1665-BB85-4AC5-D0BDB4C9F5C0}"/>
              </a:ext>
            </a:extLst>
          </p:cNvPr>
          <p:cNvSpPr/>
          <p:nvPr/>
        </p:nvSpPr>
        <p:spPr>
          <a:xfrm>
            <a:off x="6504853" y="3940957"/>
            <a:ext cx="1349234" cy="6236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err="1">
                <a:solidFill>
                  <a:schemeClr val="tx1"/>
                </a:solidFill>
              </a:rPr>
              <a:t>Knowlege</a:t>
            </a:r>
            <a:r>
              <a:rPr lang="sv-SE">
                <a:solidFill>
                  <a:schemeClr val="tx1"/>
                </a:solidFill>
              </a:rPr>
              <a:t> </a:t>
            </a:r>
            <a:r>
              <a:rPr lang="sv-SE" err="1">
                <a:solidFill>
                  <a:schemeClr val="tx1"/>
                </a:solidFill>
              </a:rPr>
              <a:t>Caputure</a:t>
            </a:r>
            <a:endParaRPr lang="sv-SE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70CC0E-6CD3-F67E-F7FB-E0A23A4EFCA4}"/>
              </a:ext>
            </a:extLst>
          </p:cNvPr>
          <p:cNvSpPr/>
          <p:nvPr/>
        </p:nvSpPr>
        <p:spPr>
          <a:xfrm>
            <a:off x="8298977" y="3970521"/>
            <a:ext cx="1349234" cy="6236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>
                <a:solidFill>
                  <a:schemeClr val="tx1"/>
                </a:solidFill>
              </a:rPr>
              <a:t>Generative Design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BC6F560-5F89-DF3A-9123-2A1A533921DC}"/>
              </a:ext>
            </a:extLst>
          </p:cNvPr>
          <p:cNvSpPr/>
          <p:nvPr/>
        </p:nvSpPr>
        <p:spPr>
          <a:xfrm>
            <a:off x="6076763" y="4071406"/>
            <a:ext cx="344116" cy="40660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91A11E88-DC4B-03A2-FD01-05EE53C3DF04}"/>
              </a:ext>
            </a:extLst>
          </p:cNvPr>
          <p:cNvSpPr/>
          <p:nvPr/>
        </p:nvSpPr>
        <p:spPr>
          <a:xfrm>
            <a:off x="7928556" y="4125693"/>
            <a:ext cx="344116" cy="40660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482CCF3-8ECA-A383-7163-1A0F0A2ADCA4}"/>
              </a:ext>
            </a:extLst>
          </p:cNvPr>
          <p:cNvCxnSpPr/>
          <p:nvPr/>
        </p:nvCxnSpPr>
        <p:spPr>
          <a:xfrm flipH="1">
            <a:off x="7179470" y="3419139"/>
            <a:ext cx="674617" cy="429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owchart: Magnetic Disk 19">
            <a:extLst>
              <a:ext uri="{FF2B5EF4-FFF2-40B4-BE49-F238E27FC236}">
                <a16:creationId xmlns:a16="http://schemas.microsoft.com/office/drawing/2014/main" id="{E486F94B-4FFD-D19F-D8E2-BD1BDFE8DAA6}"/>
              </a:ext>
            </a:extLst>
          </p:cNvPr>
          <p:cNvSpPr/>
          <p:nvPr/>
        </p:nvSpPr>
        <p:spPr>
          <a:xfrm>
            <a:off x="7343224" y="4822132"/>
            <a:ext cx="1349234" cy="993702"/>
          </a:xfrm>
          <a:prstGeom prst="flowChartMagneticDisk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err="1">
                <a:solidFill>
                  <a:schemeClr val="tx1"/>
                </a:solidFill>
              </a:rPr>
              <a:t>Knowledge</a:t>
            </a:r>
            <a:r>
              <a:rPr lang="sv-SE">
                <a:solidFill>
                  <a:schemeClr val="tx1"/>
                </a:solidFill>
              </a:rPr>
              <a:t> Templates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D3F035C-CEAD-71F7-A445-B539F8B375EF}"/>
              </a:ext>
            </a:extLst>
          </p:cNvPr>
          <p:cNvCxnSpPr>
            <a:cxnSpLocks/>
          </p:cNvCxnSpPr>
          <p:nvPr/>
        </p:nvCxnSpPr>
        <p:spPr>
          <a:xfrm>
            <a:off x="7025042" y="4647012"/>
            <a:ext cx="439792" cy="2911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AB2F675-DE9F-59A3-5C8B-24FB3F99BDA3}"/>
              </a:ext>
            </a:extLst>
          </p:cNvPr>
          <p:cNvSpPr/>
          <p:nvPr/>
        </p:nvSpPr>
        <p:spPr>
          <a:xfrm>
            <a:off x="4258557" y="4125692"/>
            <a:ext cx="344116" cy="40660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515C9953-9428-CD47-5835-D7F2AF452933}"/>
              </a:ext>
            </a:extLst>
          </p:cNvPr>
          <p:cNvSpPr/>
          <p:nvPr/>
        </p:nvSpPr>
        <p:spPr>
          <a:xfrm>
            <a:off x="2437092" y="4126799"/>
            <a:ext cx="344116" cy="40660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4969D1-7885-0180-6FF4-D2712902DA2A}"/>
              </a:ext>
            </a:extLst>
          </p:cNvPr>
          <p:cNvSpPr/>
          <p:nvPr/>
        </p:nvSpPr>
        <p:spPr>
          <a:xfrm rot="1861257">
            <a:off x="1429491" y="2774377"/>
            <a:ext cx="8258430" cy="22620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sv-SE" err="1"/>
              <a:t>Prel</a:t>
            </a:r>
            <a:r>
              <a:rPr lang="sv-SE"/>
              <a:t> </a:t>
            </a:r>
            <a:r>
              <a:rPr lang="sv-SE" err="1"/>
              <a:t>picture</a:t>
            </a:r>
            <a:endParaRPr lang="sv-SE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53B168-7DA6-7356-B44E-708511006FE1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8558784" y="4594142"/>
            <a:ext cx="414810" cy="3439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85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71C87-8814-2F63-FF47-529E9260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Ny generisk ramverk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4F0C8-3945-89A4-BBDB-0F46E2BAD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111825"/>
            <a:ext cx="7176211" cy="3760891"/>
          </a:xfrm>
        </p:spPr>
        <p:txBody>
          <a:bodyPr/>
          <a:lstStyle/>
          <a:p>
            <a:r>
              <a:rPr lang="sv-SE"/>
              <a:t>Stor del av agenter är antingen exekvering, validering eller analys</a:t>
            </a:r>
          </a:p>
          <a:p>
            <a:r>
              <a:rPr lang="sv-SE"/>
              <a:t>Tillämpa generiska exekvering, validering eller analys agenter som beroende på kontext kan utföra en specifik uppgift</a:t>
            </a:r>
          </a:p>
          <a:p>
            <a:r>
              <a:rPr lang="sv-SE"/>
              <a:t>Baserat på ett mål, ta fram en unik strategi som innehåller en lista på funktioner som ska exekveras</a:t>
            </a:r>
          </a:p>
          <a:p>
            <a:r>
              <a:rPr lang="sv-SE"/>
              <a:t>När alla funktioner är utförda och både funktioner och strategin är validerade så valideras också om målet är uppfyllt</a:t>
            </a:r>
          </a:p>
          <a:p>
            <a:pPr lvl="1"/>
            <a:r>
              <a:rPr lang="sv-SE"/>
              <a:t>Om inte så definieras en ny strategi</a:t>
            </a:r>
          </a:p>
          <a:p>
            <a:endParaRPr lang="sv-S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1FC04-D9D1-2C1D-8307-3E91D782B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7076" y="117043"/>
            <a:ext cx="2348604" cy="6130138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6DF9A9C-146B-0A2C-A538-AF5AAD7E1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169" y="4845661"/>
            <a:ext cx="3443432" cy="1895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48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B68A51E-E154-CE31-5588-48287489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CD251E-6CC5-4EC4-C06B-1EA0F20AD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597108" y="1842476"/>
            <a:ext cx="2348604" cy="6130138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44D0C6D-7ED2-51C6-B6C3-948A12250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8176" y="4090662"/>
            <a:ext cx="2968272" cy="163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408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1126-C3B1-478D-D656-4412E24F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Definiering av strategi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F22BB42-3DC2-680D-8583-BB653C5E8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595" y="172026"/>
            <a:ext cx="2968272" cy="1633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3B0D50-EFBF-12FD-E1CD-99809BEDA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433" y="3092995"/>
            <a:ext cx="8421567" cy="1116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C54A9D-C991-EA68-E720-AE989ED664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" y="4919279"/>
            <a:ext cx="12192000" cy="94784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CF33CD-BE3C-0957-FA07-200F65CD99E8}"/>
              </a:ext>
            </a:extLst>
          </p:cNvPr>
          <p:cNvSpPr txBox="1"/>
          <p:nvPr/>
        </p:nvSpPr>
        <p:spPr>
          <a:xfrm>
            <a:off x="60960" y="4410160"/>
            <a:ext cx="6111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err="1"/>
              <a:t>StrategiInstans</a:t>
            </a:r>
            <a:endParaRPr lang="sv-S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0C6D7-414D-9550-1DDE-F3C6FA8D8C5B}"/>
              </a:ext>
            </a:extLst>
          </p:cNvPr>
          <p:cNvSpPr txBox="1"/>
          <p:nvPr/>
        </p:nvSpPr>
        <p:spPr>
          <a:xfrm>
            <a:off x="3714293" y="2628836"/>
            <a:ext cx="61118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/>
              <a:t>Strategibibliotek</a:t>
            </a:r>
          </a:p>
        </p:txBody>
      </p:sp>
    </p:spTree>
    <p:extLst>
      <p:ext uri="{BB962C8B-B14F-4D97-AF65-F5344CB8AC3E}">
        <p14:creationId xmlns:p14="http://schemas.microsoft.com/office/powerpoint/2010/main" val="2348031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17BDE-F2F4-BDF2-6A63-6AB40963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Exempel på strategibibliotek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921EC-4FB8-1A17-3716-6EB599C79D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866790" cy="3760891"/>
          </a:xfrm>
        </p:spPr>
        <p:txBody>
          <a:bodyPr/>
          <a:lstStyle/>
          <a:p>
            <a:r>
              <a:rPr lang="sv-SE" b="1" err="1"/>
              <a:t>StrategyDescription</a:t>
            </a:r>
            <a:r>
              <a:rPr lang="sv-SE" b="1"/>
              <a:t>:</a:t>
            </a:r>
            <a:r>
              <a:rPr lang="en-GB"/>
              <a:t>We first extract its product number. Then, we search for this product in a table to gather relevant information. We filter the results to focus on diameter specifications and </a:t>
            </a:r>
            <a:r>
              <a:rPr lang="en-GB" err="1"/>
              <a:t>analyze</a:t>
            </a:r>
            <a:r>
              <a:rPr lang="en-GB"/>
              <a:t> the data to find the exact measurement. PLAN: [Extract Product Number, Table search, Filter table, </a:t>
            </a:r>
            <a:r>
              <a:rPr lang="en-GB" err="1"/>
              <a:t>Analyze</a:t>
            </a:r>
            <a:r>
              <a:rPr lang="en-GB"/>
              <a:t> data]</a:t>
            </a:r>
          </a:p>
          <a:p>
            <a:endParaRPr lang="en-GB"/>
          </a:p>
          <a:p>
            <a:r>
              <a:rPr lang="en-GB"/>
              <a:t>I </a:t>
            </a:r>
            <a:r>
              <a:rPr lang="en-GB" err="1"/>
              <a:t>dagsläget</a:t>
            </a:r>
            <a:r>
              <a:rPr lang="en-GB"/>
              <a:t> </a:t>
            </a:r>
            <a:r>
              <a:rPr lang="en-GB" err="1"/>
              <a:t>är</a:t>
            </a:r>
            <a:r>
              <a:rPr lang="en-GB"/>
              <a:t> </a:t>
            </a:r>
            <a:r>
              <a:rPr lang="en-GB" err="1"/>
              <a:t>detta</a:t>
            </a:r>
            <a:r>
              <a:rPr lang="en-GB"/>
              <a:t> </a:t>
            </a:r>
            <a:r>
              <a:rPr lang="en-GB" err="1"/>
              <a:t>manuellt</a:t>
            </a:r>
            <a:r>
              <a:rPr lang="en-GB"/>
              <a:t> </a:t>
            </a:r>
            <a:r>
              <a:rPr lang="en-GB" err="1"/>
              <a:t>inskrivet</a:t>
            </a:r>
            <a:r>
              <a:rPr lang="en-GB"/>
              <a:t> men </a:t>
            </a:r>
            <a:r>
              <a:rPr lang="en-GB" err="1"/>
              <a:t>biblioteket</a:t>
            </a:r>
            <a:r>
              <a:rPr lang="en-GB"/>
              <a:t> </a:t>
            </a:r>
            <a:r>
              <a:rPr lang="en-GB" err="1"/>
              <a:t>kan</a:t>
            </a:r>
            <a:r>
              <a:rPr lang="en-GB"/>
              <a:t> </a:t>
            </a:r>
            <a:r>
              <a:rPr lang="en-GB" err="1"/>
              <a:t>framöver</a:t>
            </a:r>
            <a:r>
              <a:rPr lang="en-GB"/>
              <a:t> </a:t>
            </a:r>
            <a:r>
              <a:rPr lang="en-GB" err="1"/>
              <a:t>utformas</a:t>
            </a:r>
            <a:r>
              <a:rPr lang="en-GB"/>
              <a:t> </a:t>
            </a:r>
            <a:r>
              <a:rPr lang="en-GB" err="1"/>
              <a:t>autmatiskt</a:t>
            </a:r>
            <a:r>
              <a:rPr lang="en-GB"/>
              <a:t> med </a:t>
            </a:r>
            <a:r>
              <a:rPr lang="en-GB" err="1"/>
              <a:t>tex</a:t>
            </a:r>
            <a:r>
              <a:rPr lang="en-GB"/>
              <a:t> reinforcement learning</a:t>
            </a:r>
            <a:endParaRPr lang="sv-SE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D3DA41-D689-8715-0B1C-B88047915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296" y="2108201"/>
            <a:ext cx="4601055" cy="211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8863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B0FA-0789-2C25-A0FD-CE04BFFFC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Exempel på </a:t>
            </a:r>
            <a:r>
              <a:rPr lang="sv-SE" err="1"/>
              <a:t>StrategiInstans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1DFA5-C87E-F799-AE78-0A2CFC3FF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err="1"/>
              <a:t>StrategiValidering</a:t>
            </a:r>
            <a:r>
              <a:rPr lang="sv-SE"/>
              <a:t>: 0/4 </a:t>
            </a:r>
            <a:r>
              <a:rPr lang="sv-SE" err="1"/>
              <a:t>functions</a:t>
            </a:r>
            <a:r>
              <a:rPr lang="sv-SE"/>
              <a:t> complete.1/4 </a:t>
            </a:r>
            <a:r>
              <a:rPr lang="sv-SE" err="1"/>
              <a:t>functions</a:t>
            </a:r>
            <a:r>
              <a:rPr lang="sv-SE"/>
              <a:t> </a:t>
            </a:r>
            <a:r>
              <a:rPr lang="sv-SE" err="1"/>
              <a:t>complete</a:t>
            </a:r>
            <a:r>
              <a:rPr lang="sv-SE"/>
              <a:t>. 2/4 </a:t>
            </a:r>
            <a:r>
              <a:rPr lang="sv-SE" err="1"/>
              <a:t>functions</a:t>
            </a:r>
            <a:r>
              <a:rPr lang="sv-SE"/>
              <a:t> </a:t>
            </a:r>
            <a:r>
              <a:rPr lang="sv-SE" err="1"/>
              <a:t>complete</a:t>
            </a:r>
            <a:r>
              <a:rPr lang="sv-SE"/>
              <a:t>. 3/4 </a:t>
            </a:r>
            <a:r>
              <a:rPr lang="sv-SE" err="1"/>
              <a:t>functions</a:t>
            </a:r>
            <a:r>
              <a:rPr lang="sv-SE"/>
              <a:t> </a:t>
            </a:r>
            <a:r>
              <a:rPr lang="sv-SE" err="1"/>
              <a:t>complete</a:t>
            </a:r>
            <a:r>
              <a:rPr lang="sv-SE"/>
              <a:t>. 4/4 </a:t>
            </a:r>
            <a:r>
              <a:rPr lang="sv-SE" err="1"/>
              <a:t>functions</a:t>
            </a:r>
            <a:r>
              <a:rPr lang="sv-SE"/>
              <a:t> </a:t>
            </a:r>
            <a:r>
              <a:rPr lang="sv-SE" err="1"/>
              <a:t>complete</a:t>
            </a:r>
            <a:r>
              <a:rPr lang="sv-SE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E7E028-058D-F080-9B12-026DA94CC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777" y="3812555"/>
            <a:ext cx="8390912" cy="2926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960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6E6BA-D365-E9CB-4D76-BDC679966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194" y="286603"/>
            <a:ext cx="4672860" cy="1450757"/>
          </a:xfrm>
        </p:spPr>
        <p:txBody>
          <a:bodyPr>
            <a:normAutofit fontScale="90000"/>
          </a:bodyPr>
          <a:lstStyle/>
          <a:p>
            <a:r>
              <a:rPr lang="sv-SE"/>
              <a:t>Definiering av </a:t>
            </a:r>
            <a:r>
              <a:rPr lang="sv-SE" err="1"/>
              <a:t>funktionbibliotek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FDBFF-BB56-233F-55AF-31B98504E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2867817" cy="3760891"/>
          </a:xfrm>
        </p:spPr>
        <p:txBody>
          <a:bodyPr/>
          <a:lstStyle/>
          <a:p>
            <a:r>
              <a:rPr lang="sv-SE"/>
              <a:t>Det finns tre tabeller för funktioner. </a:t>
            </a:r>
            <a:r>
              <a:rPr lang="sv-SE" err="1"/>
              <a:t>Functiontemplates</a:t>
            </a:r>
            <a:r>
              <a:rPr lang="sv-SE"/>
              <a:t>, </a:t>
            </a:r>
            <a:r>
              <a:rPr lang="sv-SE" err="1"/>
              <a:t>FunctionOuputLibrary</a:t>
            </a:r>
            <a:r>
              <a:rPr lang="sv-SE"/>
              <a:t>, </a:t>
            </a:r>
            <a:r>
              <a:rPr lang="sv-SE" err="1"/>
              <a:t>FunctionParametersLibrary</a:t>
            </a:r>
            <a:endParaRPr lang="sv-SE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7C659FDC-8097-05E6-51B4-3E9893A97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2495" y="692747"/>
            <a:ext cx="6530341" cy="256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C0EECE5-7E46-349F-0B03-A9C1D4677189}"/>
              </a:ext>
            </a:extLst>
          </p:cNvPr>
          <p:cNvSpPr txBox="1"/>
          <p:nvPr/>
        </p:nvSpPr>
        <p:spPr>
          <a:xfrm>
            <a:off x="7591413" y="209551"/>
            <a:ext cx="2487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err="1"/>
              <a:t>Functiontemplates</a:t>
            </a:r>
            <a:endParaRPr lang="sv-S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C9191B-BAFF-99CB-F839-E3DBC5F7EE2A}"/>
              </a:ext>
            </a:extLst>
          </p:cNvPr>
          <p:cNvSpPr txBox="1"/>
          <p:nvPr/>
        </p:nvSpPr>
        <p:spPr>
          <a:xfrm>
            <a:off x="4321169" y="3476764"/>
            <a:ext cx="26572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err="1"/>
              <a:t>FunctionOuputLibrary</a:t>
            </a:r>
            <a:endParaRPr lang="sv-S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5F13C7-A156-F252-B029-C0E36A742743}"/>
              </a:ext>
            </a:extLst>
          </p:cNvPr>
          <p:cNvSpPr txBox="1"/>
          <p:nvPr/>
        </p:nvSpPr>
        <p:spPr>
          <a:xfrm>
            <a:off x="8492586" y="3476764"/>
            <a:ext cx="2964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err="1"/>
              <a:t>FunctionParametersLibrary</a:t>
            </a:r>
            <a:endParaRPr lang="sv-SE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C9DF053-A699-3801-8F91-AC22547FD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864" y="4153877"/>
            <a:ext cx="4484380" cy="20113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3F865C4-937C-2902-6351-D7CF27BD5E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8044" y="4093798"/>
            <a:ext cx="4033568" cy="207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42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7A6B-F8B5-8E2A-5676-8329B3CC5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Definiering av </a:t>
            </a:r>
            <a:r>
              <a:rPr lang="sv-SE" err="1"/>
              <a:t>funktionsInstans</a:t>
            </a:r>
            <a:endParaRPr lang="sv-S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59C8B-3227-0DB3-EEC2-2E4F4256F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3612285" cy="3760891"/>
          </a:xfrm>
        </p:spPr>
        <p:txBody>
          <a:bodyPr/>
          <a:lstStyle/>
          <a:p>
            <a:r>
              <a:rPr lang="sv-SE"/>
              <a:t>Baserat på </a:t>
            </a:r>
            <a:r>
              <a:rPr lang="sv-SE" err="1"/>
              <a:t>StrategiInstans</a:t>
            </a:r>
            <a:r>
              <a:rPr lang="sv-SE"/>
              <a:t> och Funktionsbibliotek så </a:t>
            </a:r>
            <a:r>
              <a:rPr lang="sv-SE" err="1"/>
              <a:t>populeras</a:t>
            </a:r>
            <a:r>
              <a:rPr lang="sv-SE"/>
              <a:t> funktionsinstanser i funktionstabellen.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193DC-DBB4-6627-7908-82E376DED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440" y="2223919"/>
            <a:ext cx="6420746" cy="241016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A41C3D-B629-F9B8-0AB4-E905A8248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38" y="5021606"/>
            <a:ext cx="6000262" cy="12183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645EA4-A9C8-03F5-FF9D-55A690DB3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474" y="4948946"/>
            <a:ext cx="5848526" cy="13636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A5B29B6-808A-6500-6A07-28D8D4C3C2F4}"/>
              </a:ext>
            </a:extLst>
          </p:cNvPr>
          <p:cNvSpPr txBox="1"/>
          <p:nvPr/>
        </p:nvSpPr>
        <p:spPr>
          <a:xfrm>
            <a:off x="6479439" y="1901010"/>
            <a:ext cx="6097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/>
              <a:t>funktionsinstanser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453AD0-9E10-7258-FAAA-1AC8247D8728}"/>
              </a:ext>
            </a:extLst>
          </p:cNvPr>
          <p:cNvSpPr txBox="1"/>
          <p:nvPr/>
        </p:nvSpPr>
        <p:spPr>
          <a:xfrm>
            <a:off x="7832409" y="4637951"/>
            <a:ext cx="6287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/>
              <a:t>funktionsparameterinstanser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D45B16-E900-0E56-83C6-4DCF434BAB86}"/>
              </a:ext>
            </a:extLst>
          </p:cNvPr>
          <p:cNvSpPr txBox="1"/>
          <p:nvPr/>
        </p:nvSpPr>
        <p:spPr>
          <a:xfrm>
            <a:off x="2161805" y="4587657"/>
            <a:ext cx="30591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err="1"/>
              <a:t>funktionoutput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9304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16FC5-A805-7625-AE19-D172C51A0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Mål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53D9B-2D3A-CAFF-4033-E1B843DC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3153333"/>
            <a:ext cx="10058400" cy="2715759"/>
          </a:xfrm>
        </p:spPr>
        <p:txBody>
          <a:bodyPr/>
          <a:lstStyle/>
          <a:p>
            <a:r>
              <a:rPr lang="en-GB"/>
              <a:t>Exempel1 Validation: The evidence provides the jacket diameter of TFR4631025/040 as 9.1 ± 0.5 mm, which directly answers the user's query.</a:t>
            </a:r>
          </a:p>
          <a:p>
            <a:r>
              <a:rPr lang="en-GB"/>
              <a:t>Exempel2 Validation: The evidence does not provide specific locators or </a:t>
            </a:r>
            <a:r>
              <a:rPr lang="en-GB" err="1"/>
              <a:t>cimptools</a:t>
            </a:r>
            <a:r>
              <a:rPr lang="en-GB"/>
              <a:t> for the product RPT 235 4309/350, as it only includes product details without contact information.</a:t>
            </a:r>
          </a:p>
          <a:p>
            <a:endParaRPr lang="sv-S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90712-DE29-D2F7-3F39-98FCDD69F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4" y="1986045"/>
            <a:ext cx="11285692" cy="91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94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AB5D6-B3EA-A007-200E-98CE3EAA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Slutsats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F930D-2CF7-4A1A-B9A1-3DEFFE06C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/>
              <a:t>Generisk ramverk är framtaget och behöver </a:t>
            </a:r>
            <a:r>
              <a:rPr lang="sv-SE" err="1"/>
              <a:t>stresstestas</a:t>
            </a:r>
            <a:r>
              <a:rPr lang="sv-SE"/>
              <a:t> på flera </a:t>
            </a:r>
            <a:r>
              <a:rPr lang="sv-SE" err="1"/>
              <a:t>case</a:t>
            </a:r>
            <a:endParaRPr lang="sv-SE"/>
          </a:p>
          <a:p>
            <a:r>
              <a:rPr lang="sv-SE"/>
              <a:t>Det finns en </a:t>
            </a:r>
            <a:r>
              <a:rPr lang="sv-SE" err="1"/>
              <a:t>latency</a:t>
            </a:r>
            <a:r>
              <a:rPr lang="sv-SE"/>
              <a:t> problem där antalet LLM gör att verktyget upplevs långsamt. Behöver nya metoder för effektivare hantering av LLM.</a:t>
            </a:r>
          </a:p>
          <a:p>
            <a:r>
              <a:rPr lang="sv-SE"/>
              <a:t>Live/Partner test till höst</a:t>
            </a:r>
          </a:p>
        </p:txBody>
      </p:sp>
    </p:spTree>
    <p:extLst>
      <p:ext uri="{BB962C8B-B14F-4D97-AF65-F5344CB8AC3E}">
        <p14:creationId xmlns:p14="http://schemas.microsoft.com/office/powerpoint/2010/main" val="18943011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RegularSeedLeftStep">
      <a:dk1>
        <a:srgbClr val="000000"/>
      </a:dk1>
      <a:lt1>
        <a:srgbClr val="FFFFFF"/>
      </a:lt1>
      <a:dk2>
        <a:srgbClr val="291F38"/>
      </a:dk2>
      <a:lt2>
        <a:srgbClr val="E8E2E4"/>
      </a:lt2>
      <a:accent1>
        <a:srgbClr val="20B690"/>
      </a:accent1>
      <a:accent2>
        <a:srgbClr val="14B94B"/>
      </a:accent2>
      <a:accent3>
        <a:srgbClr val="2EBA21"/>
      </a:accent3>
      <a:accent4>
        <a:srgbClr val="65B514"/>
      </a:accent4>
      <a:accent5>
        <a:srgbClr val="9CA71E"/>
      </a:accent5>
      <a:accent6>
        <a:srgbClr val="D59517"/>
      </a:accent6>
      <a:hlink>
        <a:srgbClr val="BF3F5F"/>
      </a:hlink>
      <a:folHlink>
        <a:srgbClr val="7F7F7F"/>
      </a:folHlink>
    </a:clrScheme>
    <a:fontScheme name="Retrospect">
      <a:majorFont>
        <a:latin typeface="Bembo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 Light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40398EA54C7A804597C12DACF45D602E" ma:contentTypeVersion="3" ma:contentTypeDescription="Skapa ett nytt dokument." ma:contentTypeScope="" ma:versionID="c056a2b6a3396d01edb2fe36bc8d2a67">
  <xsd:schema xmlns:xsd="http://www.w3.org/2001/XMLSchema" xmlns:xs="http://www.w3.org/2001/XMLSchema" xmlns:p="http://schemas.microsoft.com/office/2006/metadata/properties" xmlns:ns2="43b316b7-d048-4c7b-8f74-846c85e50250" targetNamespace="http://schemas.microsoft.com/office/2006/metadata/properties" ma:root="true" ma:fieldsID="c951031ff6283c5f07a7f6871b5fa843" ns2:_="">
    <xsd:import namespace="43b316b7-d048-4c7b-8f74-846c85e502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316b7-d048-4c7b-8f74-846c85e502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B171BE-57EC-4297-B627-53FDC5873CC2}"/>
</file>

<file path=customXml/itemProps2.xml><?xml version="1.0" encoding="utf-8"?>
<ds:datastoreItem xmlns:ds="http://schemas.openxmlformats.org/officeDocument/2006/customXml" ds:itemID="{C07349D6-93A5-49B0-BF9E-57BDB89BC2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05A9F9-16BD-46B4-805F-53FB9D70C17C}">
  <ds:schemaRefs>
    <ds:schemaRef ds:uri="43b316b7-d048-4c7b-8f74-846c85e5025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913f18ec-7f26-4c5f-a816-784fe9a58edd}" enabled="0" method="" siteId="{913f18ec-7f26-4c5f-a816-784fe9a58ed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12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RetrospectVTI</vt:lpstr>
      <vt:lpstr>Slutsats</vt:lpstr>
      <vt:lpstr>PowerPoint Presentation</vt:lpstr>
      <vt:lpstr>PowerPoint Presentation</vt:lpstr>
      <vt:lpstr>Ny generisk ramverk</vt:lpstr>
      <vt:lpstr>PowerPoint Presentation</vt:lpstr>
      <vt:lpstr>Definiering av strategi</vt:lpstr>
      <vt:lpstr>Exempel på strategibibliotek</vt:lpstr>
      <vt:lpstr>Exempel på StrategiInstans</vt:lpstr>
      <vt:lpstr>Definiering av funktionbibliotek</vt:lpstr>
      <vt:lpstr>Definiering av funktionsInstans</vt:lpstr>
      <vt:lpstr>Mål</vt:lpstr>
      <vt:lpstr>Slutsats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Mehdi Tarkian</dc:creator>
  <cp:revision>1</cp:revision>
  <dcterms:created xsi:type="dcterms:W3CDTF">2024-09-25T14:06:16Z</dcterms:created>
  <dcterms:modified xsi:type="dcterms:W3CDTF">2025-08-21T11:47:36Z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0x01010040398EA54C7A804597C12DACF45D602E</vt:lpwstr>
  </property>
  <property fmtid="{D5CDD505-2E9C-101B-9397-08002B2CF9AE}" pid="3" name="MediaServiceImageTags">
    <vt:lpwstr/>
  </property>
</Properties>
</file>